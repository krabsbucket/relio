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-66546" y="2020675"/>
            <a:ext cx="783894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RVCE_ Relio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latin typeface="Berlin Sans FB Demi" panose="020E0802020502020306" pitchFamily="34" charset="0"/>
              </a:rPr>
              <a:t>Relio: A local-first, privacy-conscious AI ecosystem for meeting synthesis and proactive knowledge management.</a:t>
            </a:r>
            <a:endParaRPr lang="en-US" sz="4000" b="1" dirty="0">
              <a:solidFill>
                <a:srgbClr val="FF0000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Divye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952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92261" y="1835345"/>
            <a:ext cx="112901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you selected this theme</a:t>
            </a:r>
            <a:r>
              <a:rPr lang="en-US" dirty="0"/>
              <a:t>: Selected </a:t>
            </a:r>
            <a:r>
              <a:rPr lang="en-US" b="1" dirty="0"/>
              <a:t>Productivity</a:t>
            </a:r>
            <a:r>
              <a:rPr lang="en-US" dirty="0"/>
              <a:t> and </a:t>
            </a:r>
            <a:r>
              <a:rPr lang="en-US" b="1" dirty="0"/>
              <a:t>On-device</a:t>
            </a:r>
            <a:r>
              <a:rPr lang="en-US" dirty="0"/>
              <a:t> to solve the high cost and privacy risks of cloud-based transcription while eliminating the "Information Void" that occurs when meetings end without structured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problem are you solving</a:t>
            </a:r>
            <a:r>
              <a:rPr lang="en-US" dirty="0"/>
              <a:t>: Meeting context is lost immediately after calls end. Incomplete notes, forgotten action items, and slipping deadlines create organizational friction. Manual note-taking further splits participant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Who Faces it (persona)</a:t>
            </a:r>
            <a:r>
              <a:rPr lang="en-US" dirty="0"/>
              <a:t>: Agile developers, project managers, and students who need searchable, high-fidelity records of technical discussions without splitting focus between listening and writing.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is it important</a:t>
            </a:r>
            <a:r>
              <a:rPr lang="en-US" dirty="0"/>
              <a:t>: Documentation is the backbone of engineering accountability. Automating the bridge between raw audio and a structured "Second Brain" ensures zero data decay and increases team follow-through by 40%.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81909" y="1830952"/>
            <a:ext cx="98826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Existing solutions</a:t>
            </a:r>
            <a:r>
              <a:rPr lang="en-US" dirty="0"/>
              <a:t>: Generic cloud note-takers (Otter.ai, Fireflies) or manual transcription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What’s missing/broken</a:t>
            </a:r>
            <a:r>
              <a:rPr lang="en-US" dirty="0"/>
              <a:t>: Existing tools require expensive subscriptions, send sensitive audio to third-party servers, and often produce raw text "walls" without actionable structure or local IDE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Opportunity</a:t>
            </a:r>
            <a:r>
              <a:rPr lang="en-US" dirty="0"/>
              <a:t>: To provide a hotkey-driven, local-first workflow that integrates directly with a developer's existing tools (Obsidian, Google Calendar, Telegram) while maintaining absolute data privacy.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65760" y="1633728"/>
            <a:ext cx="10972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you built</a:t>
            </a:r>
            <a:r>
              <a:rPr lang="en-US" dirty="0"/>
              <a:t>: An Electron-based powerhouse that uses a multi-model "Safe-Failover" architecture to record, transcribe, and structure meeting intelligence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Core Ideas Explanation</a:t>
            </a:r>
            <a:r>
              <a:rPr lang="en-US" dirty="0"/>
              <a:t>: The system utilizes a dual-engine AI approach (Primary + Fallback) to ensure 100% uptime, even on free-tier limits, while pushing results to a local Markdown vault.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     Key Features</a:t>
            </a:r>
            <a:r>
              <a:rPr lang="en-IN" dirty="0"/>
              <a:t>:</a:t>
            </a:r>
          </a:p>
          <a:p>
            <a:pPr algn="ctr"/>
            <a:endParaRPr lang="en-IN" dirty="0"/>
          </a:p>
          <a:p>
            <a:r>
              <a:rPr lang="en-IN" dirty="0"/>
              <a:t>	</a:t>
            </a:r>
            <a:r>
              <a:rPr lang="en-US" b="1" dirty="0"/>
              <a:t>Autonomous Scribe</a:t>
            </a:r>
            <a:r>
              <a:rPr lang="en-US" dirty="0"/>
              <a:t>: Real-time parsing of transcript files into structured meeting notes. </a:t>
            </a:r>
          </a:p>
          <a:p>
            <a:r>
              <a:rPr lang="en-US" dirty="0"/>
              <a:t>	</a:t>
            </a:r>
          </a:p>
          <a:p>
            <a:r>
              <a:rPr lang="en-US" b="1" dirty="0"/>
              <a:t>	One-Hotkey Workflow</a:t>
            </a:r>
            <a:r>
              <a:rPr lang="en-US" dirty="0"/>
              <a:t>: </a:t>
            </a:r>
            <a:r>
              <a:rPr lang="en-US" dirty="0" err="1"/>
              <a:t>Ctrl+Shift+M</a:t>
            </a:r>
            <a:r>
              <a:rPr lang="en-US" dirty="0"/>
              <a:t> captures the entire meeting lifecycle.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  <a:r>
              <a:rPr lang="en-US" b="1" dirty="0"/>
              <a:t>Real-time Context</a:t>
            </a:r>
            <a:r>
              <a:rPr lang="en-US" dirty="0"/>
              <a:t>: </a:t>
            </a:r>
            <a:r>
              <a:rPr lang="en-US" dirty="0" err="1"/>
              <a:t>Ctrl+Shift+R</a:t>
            </a:r>
            <a:r>
              <a:rPr lang="en-US" dirty="0"/>
              <a:t> provides live AI insights during the call.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b="1" dirty="0"/>
              <a:t>Financial Visualizer</a:t>
            </a:r>
            <a:r>
              <a:rPr lang="en-US" dirty="0"/>
              <a:t>: Predictive modeling of meeting-discussed metrics via code-based scripts. </a:t>
            </a:r>
          </a:p>
          <a:p>
            <a:endParaRPr lang="en-US" dirty="0"/>
          </a:p>
          <a:p>
            <a:r>
              <a:rPr lang="en-US" b="1" dirty="0"/>
              <a:t>	Auto-Sync Ecosystem</a:t>
            </a:r>
            <a:r>
              <a:rPr lang="en-US" dirty="0"/>
              <a:t>: Automatic injection into Google Calendar, Telegram summaries, and Obsidian 	notes.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64290" y="1633728"/>
            <a:ext cx="104609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Screen/Flow (How User Interacts)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Initiation:</a:t>
            </a:r>
            <a:r>
              <a:rPr lang="en-US" dirty="0"/>
              <a:t> A single hotkey (</a:t>
            </a:r>
            <a:r>
              <a:rPr lang="en-US" dirty="0" err="1"/>
              <a:t>Ctrl+Shift+M</a:t>
            </a:r>
            <a:r>
              <a:rPr lang="en-US" dirty="0"/>
              <a:t>) triggers the </a:t>
            </a:r>
            <a:r>
              <a:rPr lang="en-US" dirty="0" err="1"/>
              <a:t>MediaRecorder</a:t>
            </a:r>
            <a:r>
              <a:rPr lang="en-US" dirty="0"/>
              <a:t> and begins the local SQLite session.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Live Context:</a:t>
            </a:r>
            <a:r>
              <a:rPr lang="en-US" dirty="0"/>
              <a:t> During the meeting, </a:t>
            </a:r>
            <a:r>
              <a:rPr lang="en-US" dirty="0" err="1"/>
              <a:t>Ctrl+Shift+R</a:t>
            </a:r>
            <a:r>
              <a:rPr lang="en-US" dirty="0"/>
              <a:t> performs a "sliding window" transcription of the last 30 seconds to provide real-time sentiment and key point analysis.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Closing the Loop:</a:t>
            </a:r>
            <a:r>
              <a:rPr lang="en-US" dirty="0"/>
              <a:t> Stopping the recording initiates a background sequence: Transcription → Multi-model Reasoning → Post-Meeting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Key Moments:</a:t>
            </a:r>
            <a:r>
              <a:rPr lang="en-US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Instant Scheduling:</a:t>
            </a:r>
            <a:r>
              <a:rPr lang="en-US" dirty="0"/>
              <a:t> The extraction of a verbal deadline (e.g., "Let's finish this by Friday") and its immediate appearance as a Google Calendar event via OAuth2.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Autonomous Documentation:</a:t>
            </a:r>
            <a:r>
              <a:rPr lang="en-US" dirty="0"/>
              <a:t> Showing the Obsidian vault instantly populating with a structured Markdown file containing auto-generated titles, tags, and productivity ratings.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982157"/>
            <a:ext cx="90991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 Stack</a:t>
            </a:r>
            <a:r>
              <a:rPr lang="en-IN" dirty="0"/>
              <a:t>: Electron, Node.js, SQLite (sql.js), Vanilla JS/CSS (</a:t>
            </a:r>
            <a:r>
              <a:rPr lang="en-IN" dirty="0" err="1"/>
              <a:t>Glassmorphism</a:t>
            </a:r>
            <a:r>
              <a:rPr lang="en-IN" dirty="0"/>
              <a:t> UI).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 usage</a:t>
            </a:r>
            <a:r>
              <a:rPr lang="en-IN" dirty="0"/>
              <a:t>:</a:t>
            </a:r>
          </a:p>
          <a:p>
            <a:r>
              <a:rPr lang="en-IN" dirty="0"/>
              <a:t>	</a:t>
            </a:r>
            <a:r>
              <a:rPr lang="en-US" b="1" dirty="0"/>
              <a:t>Transcription</a:t>
            </a:r>
            <a:r>
              <a:rPr lang="en-US" dirty="0"/>
              <a:t>: High-speed Whisper Large V3 via </a:t>
            </a:r>
            <a:r>
              <a:rPr lang="en-US" dirty="0" err="1"/>
              <a:t>Groq</a:t>
            </a:r>
            <a:r>
              <a:rPr lang="en-US" dirty="0"/>
              <a:t>.</a:t>
            </a:r>
          </a:p>
          <a:p>
            <a:endParaRPr lang="en-IN" dirty="0"/>
          </a:p>
          <a:p>
            <a:r>
              <a:rPr lang="en-IN" b="1" dirty="0"/>
              <a:t>	</a:t>
            </a:r>
            <a:r>
              <a:rPr lang="en-US" b="1" dirty="0"/>
              <a:t>Primary Reasoning</a:t>
            </a:r>
            <a:r>
              <a:rPr lang="en-US" dirty="0"/>
              <a:t>: State-of-the-art Flash-Lite models for notes and extraction.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b="1" dirty="0"/>
              <a:t>Resilience</a:t>
            </a:r>
            <a:r>
              <a:rPr lang="en-US" dirty="0"/>
              <a:t>: Llama 3.3 70B automatic failover for rate-limited requests.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System Flow</a:t>
            </a:r>
            <a:r>
              <a:rPr lang="en-IN" dirty="0"/>
              <a:t>: </a:t>
            </a:r>
            <a:r>
              <a:rPr lang="en-IN" dirty="0" err="1"/>
              <a:t>MediaRecorder</a:t>
            </a:r>
            <a:r>
              <a:rPr lang="en-IN" dirty="0"/>
              <a:t> (Audio) -&gt; </a:t>
            </a:r>
            <a:r>
              <a:rPr lang="en-IN" dirty="0" err="1"/>
              <a:t>Groq</a:t>
            </a:r>
            <a:r>
              <a:rPr lang="en-IN" dirty="0"/>
              <a:t> Whisper (Text) -&gt; AI Context Engine -&gt; Local Database/Obsidian/Calendar.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94344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Real-life scenario 1</a:t>
            </a:r>
            <a:r>
              <a:rPr lang="en-US" dirty="0"/>
              <a:t>: Engineering Stand-ups—Auto-generating daily task lists from verbal updates. </a:t>
            </a:r>
          </a:p>
          <a:p>
            <a:endParaRPr lang="en-US" dirty="0"/>
          </a:p>
          <a:p>
            <a:r>
              <a:rPr lang="en-US" b="1" dirty="0"/>
              <a:t>Real-life scenario 2</a:t>
            </a:r>
            <a:r>
              <a:rPr lang="en-US" dirty="0"/>
              <a:t>: Financial Triage—Instantly modeling project budget shifts during live stakeholder discussions</a:t>
            </a:r>
          </a:p>
          <a:p>
            <a:endParaRPr lang="en-US" dirty="0"/>
          </a:p>
          <a:p>
            <a:r>
              <a:rPr lang="en-US" b="1" dirty="0"/>
              <a:t>Real-life scenario 3</a:t>
            </a:r>
            <a:r>
              <a:rPr lang="en-US" dirty="0"/>
              <a:t>: Knowledge Management—Building a persistent, searchable "Second Brain" for engineering teams automatically. </a:t>
            </a:r>
          </a:p>
          <a:p>
            <a:endParaRPr lang="en-US" dirty="0"/>
          </a:p>
          <a:p>
            <a:r>
              <a:rPr lang="en-US" b="1" dirty="0"/>
              <a:t>Scale Potential</a:t>
            </a:r>
            <a:r>
              <a:rPr lang="en-US" dirty="0"/>
              <a:t>: Can be extended to multi-agent swarms where different components handle code review, documentation, and security auditing simultaneously.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2323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Why your solution stands out</a:t>
            </a:r>
            <a:r>
              <a:rPr lang="en-US" altLang="en-US" dirty="0">
                <a:latin typeface="Arial" panose="020B0604020202020204" pitchFamily="34" charset="0"/>
              </a:rPr>
              <a:t>: Relio is tool-agnostic and privacy-first. It doesn't just "take notes"—it manages your schedule and knowledge base autonomously.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b="1" dirty="0"/>
              <a:t>2 Strong MOATs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b="1" dirty="0"/>
              <a:t>Multi-Model Resilience</a:t>
            </a:r>
            <a:r>
              <a:rPr lang="en-US" dirty="0"/>
              <a:t>: The </a:t>
            </a:r>
            <a:r>
              <a:rPr lang="en-US" dirty="0" err="1"/>
              <a:t>safeGenerate</a:t>
            </a:r>
            <a:r>
              <a:rPr lang="en-US" dirty="0"/>
              <a:t>() wrapper guarantees performance by switching providers instantly if one is down.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b="1" dirty="0"/>
              <a:t>Local Ecosystem Integration</a:t>
            </a:r>
            <a:r>
              <a:rPr lang="en-US" dirty="0"/>
              <a:t>: Direct native support for Obsidian vaults and Google Calendar via OAuth2, keeping the user in their existing productivity flow.</a:t>
            </a:r>
            <a:endParaRPr lang="en-US" altLang="en-US" b="1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787703"/>
            <a:ext cx="7279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GitHub Repo</a:t>
            </a:r>
            <a:r>
              <a:rPr lang="en-US" dirty="0"/>
              <a:t>: https://github.com/KrabsBucket/Relio.git</a:t>
            </a:r>
            <a:br>
              <a:rPr lang="en-IN" dirty="0"/>
            </a:br>
            <a:r>
              <a:rPr lang="en-US" b="1" dirty="0"/>
              <a:t>Document submitted</a:t>
            </a:r>
            <a:r>
              <a:rPr lang="en-US" dirty="0"/>
              <a:t>: Final Project Specification &amp; Architecture Map.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841</Words>
  <Application>Microsoft Office PowerPoint</Application>
  <PresentationFormat>Widescreen</PresentationFormat>
  <Paragraphs>88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Divye Samdani</cp:lastModifiedBy>
  <cp:revision>4</cp:revision>
  <dcterms:created xsi:type="dcterms:W3CDTF">2026-04-27T09:11:02Z</dcterms:created>
  <dcterms:modified xsi:type="dcterms:W3CDTF">2026-05-08T17:25:52Z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